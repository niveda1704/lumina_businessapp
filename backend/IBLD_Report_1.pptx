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Invisible Business Loss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for: New Tokyo Outlet Launch</a:t>
            </a:r>
          </a:p>
          <a:p>
            <a:r>
              <a:t>Generated by IBLD Executive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Process: New Tokyo Outlet Launch</a:t>
            </a:r>
          </a:p>
          <a:p>
            <a:r>
              <a:t>Team Size: 12 | Approvals: 5</a:t>
            </a:r>
          </a:p>
          <a:p/>
          <a:p>
            <a:r>
              <a:t>Financial Impact: ₹189,972.0 / week</a:t>
            </a:r>
          </a:p>
          <a:p>
            <a:r>
              <a:t>Time Wasted: 316.6 hours / week</a:t>
            </a:r>
          </a:p>
          <a:p>
            <a:r>
              <a:t>Clarity Score: 10/100 (Industry Avg: 85)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Friction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Cognitive Context Switching: Workflow spans 6 distinct platforms, forcing mental re-calibration. (Impact: Reduces deep-work capacity by ~20%.)</a:t>
            </a:r>
          </a:p>
          <a:p>
            <a:r>
              <a:t>• Decision Latency Accumulation: Requires 5 distinct sign-offs, creating exponential delays. (Impact: Cycle time extends 4x beyond actual working hours.)</a:t>
            </a:r>
          </a:p>
          <a:p>
            <a:r>
              <a:t>• Communication Overhead Entropy: 12 active participants creates ~66 communication pathways. (Impact: 15% of total time lost clarifying requirements.)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SIMPLIFY: Implement 'Negative Consent' protocol. -&gt; Projected Savings: ₹-378,828/week</a:t>
            </a:r>
          </a:p>
          <a:p>
            <a:r>
              <a:t>• AUTOMATE: Unify Data Ingestion Layer. -&gt; Recovers 10+ hours/week per person.</a:t>
            </a:r>
          </a:p>
          <a:p>
            <a:r>
              <a:t>• RESTRUCTURE: Split into Two-Pizza Teams. -&gt; Reduces coordination overhead by 40%.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